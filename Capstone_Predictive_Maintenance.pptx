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64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C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CAPSTONE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scattered machine data into early warning signals for a Tier-2 automotive supplier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A4E63"/>
          </a:solidFill>
          <a:ln w="12700">
            <a:solidFill>
              <a:srgbClr val="12B2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343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4343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A4E63"/>
          </a:solidFill>
          <a:ln w="12700">
            <a:solidFill>
              <a:srgbClr val="12B2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69748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343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4343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A4E63"/>
          </a:solidFill>
          <a:ln w="12700">
            <a:solidFill>
              <a:srgbClr val="12B2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84632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Lijaz Salim   ·   Keerthana   ·   Krithik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– G A Menon Academy  |  Final Presentation, 24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 through the FDE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05200" cy="3566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problem framing canvas for the assigned use case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8160" y="1828800"/>
            <a:ext cx="3505200" cy="3566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602480" y="20574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320040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Thin-slice scope, architecture decisions and the working prototype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7680" y="1828800"/>
            <a:ext cx="3505200" cy="3566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382000" y="20574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8200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20040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cost path to AI, and client-style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Tier-2 automotive component manufacturer runs 60+ CNC and injection-moulding machines across two plants. Today, maintenance relies on a third-party annual contract with checklist-based servicing – yet machines still break down roughly once every two days.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combining existing telemetry, dashboard indicators and maintenance records can surface early warning signals – before a breakdown, not after.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1737360"/>
            <a:ext cx="4206240" cy="1005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6809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impact per stoppage pattern, today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2926080"/>
            <a:ext cx="4206240" cy="1005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68096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 days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frequency of unplanned breakdowns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4114800"/>
            <a:ext cx="4206240" cy="1005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68096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next OEM supplier scorecard is due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canvas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the problem before designing a solution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2029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042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shutting down every 2 days, causing major business impact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46520" y="2029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3042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~$10M impact → working target ~$5M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77240" y="3447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216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annual contract, checklist-based, last service ~6 months ago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33756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46520" y="3447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216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 formats (CSV, JSON, unstructured text), CNC + injection moulding, air-gapped network, quarter deadline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77240" y="4864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1389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are reliable; ~20% of legacy machines lack telemetry; client will share OEM scorecard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54864" cy="1280160"/>
          </a:xfrm>
          <a:prstGeom prst="rect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46520" y="4864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ASSUMPTION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51389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telemetry and maintenance history contain repeatable signals that appear before failures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thin slice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riskiest assumption first, on a small scope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maintenance records together with available telemetry and dashboard metrics for a small set of critical machines – to test whether the data actually contains signals that appear before a stoppage.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for this slice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92424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" y="32826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CSV, JSON and free-text logs from multiple machine vendors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59352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22960" y="38496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vendor-specific fields into one common schema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44165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anomaly detection – no ML, no external AI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93208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983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report: candidate signals, not claimed causes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34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3392424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537960" y="32826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60+ machine rollout across both plants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959352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537960" y="38496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ML model or LLM integration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452628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537960" y="44165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machine control or PLC actions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5093208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537960" y="4983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– the plant network is air-gapped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workflow, not an autonomous agent – by design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TXT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files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5750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8575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894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vendor fields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common schema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8630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6636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1663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· z-score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anomaly checks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7522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4752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6666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anomalies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&amp; dashboards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30402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84080" y="2103120"/>
            <a:ext cx="1828800" cy="1188720"/>
          </a:xfrm>
          <a:prstGeom prst="rect">
            <a:avLst/>
          </a:prstGeom>
          <a:solidFill>
            <a:srgbClr val="003C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7840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Markdown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an 11-node LangGraph StateGraph – sequential, typed, fully reproducible.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40740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04672" y="429768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missing data – unknown stays unknown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40740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473952" y="429768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reported as evidence, never as proof of root cause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00176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04672" y="489204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PLC or machine control – human review before action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500176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473952" y="489204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execution – no cloud call, works air-gapped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decisions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Architectural Design Document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– steps are predictable and deterministic. An AI reasoning agent can be added later.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4652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LangGraph, chosen for stateful orchestration and a clean path to future AI.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7724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Pydantic, local filesystem only – no cloud or external API dependency.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4652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V1. A small/mid model is the planned V2 step for text interpretation.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77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file never blocks the run; valid files continue, issues are logged and escalated.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6634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4652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supervisor validates every recommendation before action is taken.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Thin-slice prototype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Spec-Driven Development: PRD → Spec → Stories → Acceptance Criteria → Code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5750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85750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Spec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8630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6636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16636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7522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47522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0402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78408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78408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152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covering ingestion, normalization, correlation and reporting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356616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 written in GIVEN / WHEN / THEN format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008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and integration tests, all passing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5256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923544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deterministic Python – parsers, normalization, analysis, 11-node workflow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13 machines, 2 vendor formats, 60 days of telemetry – built to mirror the real plant's data reality.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prototype end to end on synthetic plant data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149840" cy="502920"/>
          </a:xfrm>
          <a:prstGeom prst="rect">
            <a:avLst/>
          </a:prstGeom>
          <a:solidFill>
            <a:srgbClr val="003C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B2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python -m maintenance_agent analyze ./sample_data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325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14325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23469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3786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73786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82930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signals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confidence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3247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33247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42391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10149840" cy="68580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77240" y="3886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 pressure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886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20 failures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69680" y="406908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8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869680" y="4069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0149840" cy="68580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77240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 spindle temperature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754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 failures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493776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869680" y="4937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candidate contributing factors with supporting evidence – correlation, not proof of root cause.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scaling path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today, a clear budget for AI-enhancement tomorrow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–  Today (rule-based)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937760" cy="17373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cost per request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only: $50–150 / month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dependency, works air-gapped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–  Future AI-enhanced path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2148840"/>
            <a:ext cx="4937760" cy="17373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03504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$0.033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  (3 LLM calls, tiered Haiku + Sonnet)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~$13–20 / month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(10K req/day): ~$5,000–9,900 / month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cost levers for V2, without losing quality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320040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3152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−36%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102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394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for parsing, Sonnet for reasoning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4572000"/>
            <a:ext cx="320040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20624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5102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5394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static machine &amp; schema context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4572000"/>
            <a:ext cx="320040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68096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5102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5394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 for non-urgent trend reports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thin slice proved – and what it did not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212140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vendor data (CSV, JSON, free text) normalizes into one common schema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28986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pipeline finds a strong candidate signal (pressure) and a moderate one (temperature)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367588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100% locally, air-gapped, in under a second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" y="44531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ready for AI to be added later without a rewrite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correlation, not proof of root cause – findings need maintenance-team validation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2990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machines still have no telemetry and stay flagged, not guessed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97764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0" y="38587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is synthetic; results must be re-run against real plant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0149840" cy="777240"/>
          </a:xfrm>
          <a:prstGeom prst="rect">
            <a:avLst/>
          </a:prstGeom>
          <a:solidFill>
            <a:srgbClr val="003C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2960" y="5349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data does contain early warning signals worth acting on – enough evidence to justify expanding this thin slice toward the OEM scorecard.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Microsoft Office PowerPoint</Application>
  <PresentationFormat>Custom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Lijaz Salim(UST,IN)</cp:lastModifiedBy>
  <cp:revision>2</cp:revision>
  <dcterms:created xsi:type="dcterms:W3CDTF">2026-09-22T10:28:09Z</dcterms:created>
  <dcterms:modified xsi:type="dcterms:W3CDTF">2026-09-22T11:05:42Z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2026-09-22T11:05:42Z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86793780-aa34-4d06-9d5d-aefb04eb195f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